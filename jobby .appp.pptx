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Jobby App - Job Search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Jobby App -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job search platform helping users find opportunities based on skills, salary, and employment type. Built with React.js and JWT-based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Secure Login with JWT Authentication</a:t>
            </a:r>
          </a:p>
          <a:p>
            <a:r>
              <a:t>Home Page Introduction with Navigation</a:t>
            </a:r>
          </a:p>
          <a:p>
            <a:r>
              <a:t>Job Listings with Search and Filters</a:t>
            </a:r>
          </a:p>
          <a:p>
            <a:r>
              <a:t>Job Details Page with Company Info and Similar Jobs</a:t>
            </a:r>
          </a:p>
          <a:p>
            <a:r>
              <a:t>Responsive Design for Mobile and Desktop</a:t>
            </a:r>
          </a:p>
          <a:p>
            <a:r>
              <a:t>Protected Routes for Authenticated Users</a:t>
            </a:r>
          </a:p>
          <a:p>
            <a:r>
              <a:t>Error Handling with Retry Option</a:t>
            </a:r>
          </a:p>
          <a:p>
            <a:r>
              <a:t>Custom 404 Not Found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Frontend: React.js</a:t>
            </a:r>
          </a:p>
          <a:p>
            <a:r>
              <a:t>State Management: React Component State</a:t>
            </a:r>
          </a:p>
          <a:p>
            <a:r>
              <a:t>Routing: React Router DOM</a:t>
            </a:r>
          </a:p>
          <a:p>
            <a:r>
              <a:t>Styling: CSS (Flexbox)</a:t>
            </a:r>
          </a:p>
          <a:p>
            <a:r>
              <a:t>Authentication: JWT</a:t>
            </a:r>
          </a:p>
          <a:p>
            <a:r>
              <a:t>HTTP: Fetch API</a:t>
            </a:r>
          </a:p>
          <a:p>
            <a:r>
              <a:t>Icons: React Icons (Bs, Fa, Md)</a:t>
            </a:r>
          </a:p>
          <a:p>
            <a:r>
              <a:t>Loader: React Loader Spinner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POST /login → Authenticate user and receive JWT</a:t>
            </a:r>
          </a:p>
          <a:p>
            <a:r>
              <a:t>GET /profile → Fetch user profile details</a:t>
            </a:r>
          </a:p>
          <a:p>
            <a:r>
              <a:t>GET /jobs → Retrieve job listings (filters supported)</a:t>
            </a:r>
          </a:p>
          <a:p>
            <a:r>
              <a:t>GET /jobs/:id → Get job description and similar jobs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1. User logs in via Login page (JWT saved in cookies)</a:t>
            </a:r>
          </a:p>
          <a:p>
            <a:r>
              <a:t>2. Redirected to Home page with brief intro and CTA</a:t>
            </a:r>
          </a:p>
          <a:p>
            <a:r>
              <a:t>3. Navigates to Jobs page to view and search jobs</a:t>
            </a:r>
          </a:p>
          <a:p>
            <a:r>
              <a:t>4. Applies filters for job type and salary</a:t>
            </a:r>
          </a:p>
          <a:p>
            <a:r>
              <a:t>5. Selects a job to see detailed description</a:t>
            </a:r>
          </a:p>
          <a:p>
            <a:r>
              <a:t>6. Can visit company site or view similar jobs</a:t>
            </a:r>
          </a:p>
          <a:p>
            <a:r>
              <a:t>7. Handles errors and invalid routes gracefully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 Profiles with Job Preferences</a:t>
            </a:r>
          </a:p>
          <a:p>
            <a:r>
              <a:t>Bookmarking/Save Jobs Feature</a:t>
            </a:r>
          </a:p>
          <a:p>
            <a:r>
              <a:t>Advanced Filters (Remote, Experience Level)</a:t>
            </a:r>
          </a:p>
          <a:p>
            <a:r>
              <a:t>Dark Mode for Accessibility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Jobby App offers a seamless job search experience with secure authentication, effective filtering, detailed job info, and responsive UI. A solid demonstration of frontend development best practices.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</TotalTime>
  <Words>303</Words>
  <Application>Microsoft Macintosh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Opulent</vt:lpstr>
      <vt:lpstr>Jobby App - Job Search Platform</vt:lpstr>
      <vt:lpstr>Jobby App - Project Overview</vt:lpstr>
      <vt:lpstr>Key Features</vt:lpstr>
      <vt:lpstr>Technologies Used</vt:lpstr>
      <vt:lpstr>API Integration</vt:lpstr>
      <vt:lpstr>Working Flow</vt:lpstr>
      <vt:lpstr>Future Enhancements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Jobby App - Job Search Platform</dc:title>
  <dc:creator>ELCOT</dc:creator>
  <dc:description>generated using python-pptx</dc:description>
  <cp:lastModifiedBy>ELCOT</cp:lastModifiedBy>
  <cp:revision>2</cp:revision>
  <dcterms:created xsi:type="dcterms:W3CDTF">2013-01-27T09:14:16Z</dcterms:created>
  <dcterms:modified xsi:type="dcterms:W3CDTF">2025-05-01T07:14:43Z</dcterms:modified>
</cp:coreProperties>
</file>